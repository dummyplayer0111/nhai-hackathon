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7486A"/>
                </a:solidFill>
              </a:rPr>
              <a:t>Secure Offline Facial Recognition and Liveness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F3649"/>
                </a:solidFill>
              </a:rPr>
              <a:t>React Native mobile prototype with FastAPI/MongoDB sync and purge backend for remote NHAI field 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80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6B4F"/>
                </a:solidFill>
              </a:rPr>
              <a:t>NHAI Datalake 3.0 Offline Attendance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Remote project sites can have zero active internet connectivity.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Attendance/authentication must continue without backend calls.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Photo/screen spoofing must be blocked by on-device liveness.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Pending local data must sync and purge safely when network returns.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Mobile verifies identity fully offline using face embedding match plus liveness challenge.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Attendance event is signed locally using device secret and HMAC-SHA256.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FastAPI backend verifies trust rules later and stores accepted logs in MongoDB.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Mobile purges pending local record only after server acknowledgement.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Online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Admin enrolls employee and project face template.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Backend registers device and issues one-time device secret.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Mobile downloads offline profile using device secret.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Profile and pending records are stored in platform secure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Offline Field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Network check switches app to offline field mode.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Camera opens with face guide and challenge prompt.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Challenge options: blink, smile, turn left, turn right.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App creates pending signed attendance record without backend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Backend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Validates employee, device, project assignment, timestamp, event ID uniqueness.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Rejects low face score, failed liveness, low liveness score, unsupported challenges.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Checks model version and HMAC signature.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Logs rejection reason and returns purge permission only after MongoDB insert.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Security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Admin routes require API key; production refuses default admin key.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Device secret is hashed in MongoDB and required for profile/sync.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Signed payload prevents tampering with score, liveness, timestamp, or location.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Security headers, allowlists, rate limiting, and rejection audit logs are included.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Mobile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NHAI-suitable operational interface: restrained blue/orange/green palette.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Dense field dashboard with project, device, model, network, camera, challenge, and sync status.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No marketing screen: first screen is the usable attendance workflow.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Development demo adapter is separated from production native biometric engine.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Model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MobileFaceNet ONNX model is bundled as offline model artifact.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Current size: 3.81 MB, below the 20 MB target.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Input shape: 112 x 112 face crop; output: 128-dimensional embedding.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Production adapter path: ONNX Runtime React Native or TFLite 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Verification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Backend unit tests: 9 passing.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Mobile TypeScript check: passing.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Mobile npm audit: 0 vulnerabilities at moderate threshold and above.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Backend smoke test: accepted signed sync returned purgeAllowed=true.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86A"/>
          </a:solidFill>
          <a:ln>
            <a:solidFill>
              <a:srgbClr val="1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Production Completion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Replace prototype biometric adapter with native ONNX/TFLite inference.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Add landmark-based liveness implementation and device attestation.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Run Android/iOS benchmarks for &lt;1 second authentication and &gt;95% accuracy.</a:t>
            </a:r>
          </a:p>
          <a:p>
            <a:pPr>
              <a:spcAft>
                <a:spcPts val="1000"/>
              </a:spcAft>
              <a:defRPr sz="2200">
                <a:solidFill>
                  <a:srgbClr val="1F3649"/>
                </a:solidFill>
              </a:defRPr>
            </a:pPr>
            <a:r>
              <a:t>Deploy behind AWS WAF/API Gateway with managed secrets, TLS, and centralized audit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